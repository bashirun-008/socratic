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Trap: a resistor in series with an ideal voltmeter has no current, so no voltage drop.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Ohm's law and resistors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 = I R</a:t>
            </a:r>
          </a:p>
          <a:p>
            <a:r>
              <a:t>Voltage across a resistor = current x resistance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Series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current through every resistor</a:t>
            </a:r>
          </a:p>
          <a:p>
            <a:r>
              <a:t>Voltages add up</a:t>
            </a:r>
          </a:p>
          <a:p>
            <a:r>
              <a:t>R_eq = R1 + R2 + R3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voltage across every branch</a:t>
            </a:r>
          </a:p>
          <a:p>
            <a:r>
              <a:t>Currents add up</a:t>
            </a:r>
          </a:p>
          <a:p>
            <a:r>
              <a:t>1/R_eq = 1/R1 + 1/R2 + 1/R3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Ideal voltmeter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Infinite resistance: no current flows through it</a:t>
            </a:r>
          </a:p>
          <a:p>
            <a:r>
              <a:t>Acts like an open circuit, NOT a wire</a:t>
            </a:r>
          </a:p>
          <a:p>
            <a:r>
              <a:t>Connected in parallel; reads the potential difference between its two 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Ideal ammeter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 resistance: acts like a wire</a:t>
            </a:r>
          </a:p>
          <a:p>
            <a:r>
              <a:t>Connected in series with the component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Kirchhoff's current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 a junction: current in = current out</a:t>
            </a:r>
          </a:p>
          <a:p>
            <a:r>
              <a:t>Charge cannot accumulate at a node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division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parallel, I_k = I_total x (1/R_k) / sum(1/R)</a:t>
            </a:r>
          </a:p>
          <a:p>
            <a:r>
              <a:t>Smaller resistance takes more current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